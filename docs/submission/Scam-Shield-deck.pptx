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(https://scam-shield-live.web.app).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 The live benchmark behind the slide-12 numbers: 185 synthetic cases over 3 live runs (eval/results/combined.md).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Strip under the screens: live benchmark, 185 cases over 3 runs: 98.3% accuracy, 100% scam recall, 3.3% false positives (3 of 90 genuine) (eval/results/combined.md; details on the next slide).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Benchmark, combined over 3 live runs of the production app (single source: eval/results/combined.md, written by eval/aggregate.ts): 185 synthetic cases over 3 live runs: 98.3% accuracy, 100% scam recall, 3.3% false positives (3 of 90 genuine). Scam type correct 96.7%; errors 0. Accuracy is 177 of 180 scored cases; the 5 ambiguous inputs are not scored as scam or genuine, and none was given a Scam verdict. Per run: v1 50 cases (2026-10-17): accuracy 100%, recall 100%, false positives 0%; v2 35 cases (2026-10-18): accuracy 93.3%, recall 100%, false positives 12.5%; v3 100 cases (2026-10-18): accuracy 99.0%, recall 100%, false positives 2.0%. v1 is the original 50 cases, v2 is 35 adversarial and look-alike cases (14 adversarial scams, 16 benign look-alikes, 5 ambiguous), v3 is 100 realistic cases (50 scams, 50 genuine). Nothing was tuned after v2 and v3 results were seen. The 3 false positives: l03 (scam-awareness forward that quotes a scam link); l08 (delivery update with a tracking link); v3g40 (friend asking for a short loan). Missed scams: none. All misses and false positives are listed in eval/results/combined.md. Latency (successful calls): text p50 4.5 s, p95 18.2 s over 179 cases; image p50 6.9 s, p95 8.6 s; audio 10.3 s (one case). Wall-clock from request to response, concurrency 1. Keyword baseline (eval/baseline.ts, about 30 rules, text only): on v2 94.1% accuracy against Gemini's 94.1% (the same score, with different mistakes; see eval/results/run-v2.md); on v3 84.0% accuracy and 72.0% recall against Gemini's 99.0% and 100% (eval/results/run-v3.md). A keyword filter does well on textbook scams; the harder sets are where the model adds value. History: the first run (2026-10-17, 50 cases, eval/results/latest.md) scored 100% accuracy, 100% recall, 0% false positives; it is a valid earlier run but not the headline, because 50 cases written by the authors could not show the weak spots that v2 and v3 probe. It also exposed a real bug (the model did not know today's date and flagged 2026 dates as future); that was fixed and re-measured. The Hindi run (2026-10-17, eval/results/run-hindi.md) used the same 50 cases with the interface in Hindi: accuracy 100%, recall 100%, false positives 0%, scam type correct 100%. Model choice: an earlier comparison on the first 50 cases with gemini-3.8-flash (2026-10-16) scored accuracy 98.0%, false-positive rate 4.2%, image p95 33.8 s; that is why the default is gemini-3.7-flash, with gemini-2.5-flash as fallback (api/src/index.ts). This is a synthetic sanity check written by the authors,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https://scam-shield-live.web.app (the QR code points here). Demo video (3 minutes): https://youtu.be/a678nAYddq0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https://scam-shield-live.web.app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185-case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2743200"/>
          </a:xfrm>
          <a:prstGeom prst="roundRect">
            <a:avLst>
              <a:gd name="adj" fmla="val 4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02" y="1280160"/>
            <a:ext cx="1314644" cy="2615184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3490" y="1280160"/>
            <a:ext cx="1314644" cy="2615184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677" y="1280160"/>
            <a:ext cx="1314644" cy="2615184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35865" y="1280160"/>
            <a:ext cx="1314644" cy="2615184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57052" y="1280160"/>
            <a:ext cx="1314644" cy="2615184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5560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76794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97982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9169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35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4626864"/>
            <a:ext cx="8412480" cy="292608"/>
          </a:xfrm>
          <a:prstGeom prst="roundRect">
            <a:avLst>
              <a:gd name="adj" fmla="val 21874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8640" y="4626864"/>
            <a:ext cx="804671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4C9E8"/>
                </a:solidFill>
                <a:latin typeface="Avenir Next Demi Bold"/>
              </a:rPr>
              <a:t>Live benchmark, </a:t>
            </a:r>
            <a:r>
              <a:rPr sz="1050" i="0">
                <a:solidFill>
                  <a:srgbClr val="FFFFFF"/>
                </a:solidFill>
                <a:latin typeface="Avenir Next"/>
              </a:rPr>
              <a:t>185 cases over 3 runs: 98.3% accuracy, 100% scam recall, 3.3% false positives (3 of 90 genuine)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98.3%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3.3%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96.7%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199339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185 synthetic cases over 3 live runs: 90 scams, 90 genuine, 5 ambiguous (not scored). Accuracy is 177 of 180 scored.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240280"/>
          <a:ext cx="5074920" cy="1280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48640"/>
                <a:gridCol w="822960"/>
                <a:gridCol w="9601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Scam recall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False positives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v1  original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v2  harder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v3  realistic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99.0%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185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98.3%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3.3%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158" name="TextBox 157"/>
          <p:cNvSpPr txBox="1"/>
          <p:nvPr/>
        </p:nvSpPr>
        <p:spPr>
          <a:xfrm>
            <a:off x="365760" y="359359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Latency: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text p50 4.5 s, p95 18.2 s; image p50 6.9 s; voice 10.3 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00" i="0">
                <a:solidFill>
                  <a:srgbClr val="3F4B5B"/>
                </a:solidFill>
                <a:latin typeface="Avenir Next"/>
              </a:rPr>
              <a:t>p50 is the median, p95 the slowest 5%.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014216"/>
            <a:ext cx="5074920" cy="530352"/>
          </a:xfrm>
          <a:prstGeom prst="roundRect">
            <a:avLst>
              <a:gd name="adj" fmla="val 1206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64" y="4014216"/>
            <a:ext cx="4800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1764E8"/>
                </a:solidFill>
                <a:latin typeface="Avenir Next Demi Bold"/>
              </a:rPr>
              <a:t>Keyword baseline: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on v2's 34 text cases it scored 94.1%, the same as Gemini, with different mistakes; v3 84.0% accuracy and 72.0% recall (Gemini 99.0% and 100%).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4599432"/>
            <a:ext cx="5074920" cy="320039"/>
          </a:xfrm>
          <a:prstGeom prst="roundRect">
            <a:avLst>
              <a:gd name="adj" fmla="val 20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12064" y="4599432"/>
            <a:ext cx="4800600" cy="3200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First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50 cases: 100% accuracy, 100% recall, 0% false positives.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Hindi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same 50 cases: 100%, 100%, 0%.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23560" y="2240280"/>
            <a:ext cx="3154679" cy="2679191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788152" y="2350008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88152" y="2651760"/>
            <a:ext cx="2825495" cy="2221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185 cases, written by the authors: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 test, not a guarantee. 90 scams over 13 types, 90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3 false positives: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scam-awareness forward that quotes a scam link, delivery update with a tracking link, friend asking for a short loan. All misses and false positives: eval/results/combined.md.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an earlier 50-case run on gemini-3.8-flash scored 98.0% accuracy with 4.2% false positives, image checks up to 34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https://youtu.be/a678nAYddq0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https://scam-shield-live.web.app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scam-shield-live.web.app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