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Scam Shield.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Organisers' instruction slide, kept exactly as in the template. Nothing to present here; the next slide starts the pitch.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India-specific scam types covered by the benchmark and the examples: fake payment receipts, 'digital arrest' calls, fake KYC messages, UPI QR tricks. Careful by design: links are opened only in an isolated scanner (a private Cloud Run service), never on the person's phone; verdicts are Scam, Suspicious or No scam signs found, the app never says 'safe', and it gives guidance only.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USP wording: fake payment receipts and 'digital arrest' calls are scam types in the benchmark and the examples; UPI QR pay-vs-receive is a hard check.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(https://scam-shield-check.web.app).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icons are shown only to identify the technologies used; no endorsement by Google is implied (trademark footnote on the slide). The icon files are kept in docs/brand/third-party.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on 18 Oct 2026 the suites passed 595 tests (shared 14, web 226, linkscan 94, eval 5, api 256); a further 18 api tests need the Firestore emulator (Java) and were not run. Also used: Cloud Build and Artifact Registry for deploys, Cloud Text-to-Speech to generate the voice example. The live benchmark behind the slide-12 numbers: 185 synthetic cases over 3 live runs (eval/results/combined.md).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alert: Rs 2,000 per month, alerts at 50%, 90% and 100% (Rs 1,000, Rs 1,800, Rs 2,000), set by the owner in Google Cloud Billing (budget name 'Scam Shield', applies to this project). A budget alert only notifies; it does not cap or stop spending. The real cost control is the per-user (30 per day), per-IP (60 per minute) and global (3,000 per day) limits in the API.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Strip under the screens: live benchmark, 185 cases over 3 runs: 98.3% accuracy, 100% scam recall, 3.3% false positives (3 of 90 genuine) (eval/results/combined.md; details on the next slide).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Benchmark, combined over 3 live runs of the production app (single source: eval/results/combined.md, written by eval/aggregate.ts): 185 synthetic cases over 3 live runs: 98.3% accuracy, 100% scam recall, 3.3% false positives (3 of 90 genuine). Scam type correct 96.7%; errors 0. Accuracy is 177 of 180 scored cases; the 5 ambiguous inputs are not scored as scam or genuine, and none was given a Scam verdict. Per run: v1 50 cases (2026-10-17): accuracy 100%, recall 100%, false positives 0%; v2 35 cases (2026-10-18): accuracy 93.3%, recall 100%, false positives 12.5%; v3 100 cases (2026-10-18): accuracy 99.0%, recall 100%, false positives 2.0%. v1 is the original 50 cases, v2 is 35 adversarial and look-alike cases (14 adversarial scams, 16 benign look-alikes, 5 ambiguous), v3 is 100 realistic cases (50 scams, 50 genuine). Nothing was tuned after v2 and v3 results were seen. The 3 false positives: l03 (scam-awareness forward that quotes a scam link); l08 (delivery update with a tracking link); v3g40 (friend asking for a short loan). Missed scams: none. All misses and false positives are listed in eval/results/combined.md. Latency (successful calls): text p50 4.5 s, p95 18.2 s over 179 cases; image p50 6.9 s, p95 8.6 s; audio 10.3 s (one case). Wall-clock from request to response, concurrency 1. Keyword baseline (eval/baseline.ts, about 30 rules, text only): on v2 94.1% accuracy against Gemini's 94.1% (the same score, with different mistakes; see eval/results/run-v2.md); on v3 84.0% accuracy and 72.0% recall against Gemini's 99.0% and 100% (eval/results/run-v3.md). A keyword filter does well on textbook scams; the harder sets are where the model adds value. History: the first run (2026-10-17, 50 cases, eval/results/latest.md) scored 100% accuracy, 100% recall, 0% false positives; it is a valid earlier run but not the headline, because 50 cases written by the authors could not show the weak spots that v2 and v3 probe. It also exposed a real bug (the model did not know today's date and flagged 2026 dates as future); that was fixed and re-measured. The Hindi run (2026-10-17, eval/results/run-hindi.md) used the same 50 cases with the interface in Hindi: accuracy 100%, recall 100%, false positives 0%, scam type correct 100%. Model choice: an earlier comparison on the first 50 cases with gemini-3.8-flash (2026-10-16) scored accuracy 98.0%, false-positive rate 4.2%, image p95 33.8 s; that is why the default is gemini-3.7-flash, with gemini-2.5-flash as fallback (api/src/index.ts). This is a synthetic sanity check written by the authors,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Misinformation mode ('is this forward real?') is an idea for the same engine, not built.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https://scam-shield-check.web.app (the QR code points here). The demo video link is a deliberate placeholder, highlighted in amber; before submitting, re-run the build with DECK_VIDEO_URL=https://... (DECK_VIDEO_URL=https://... bash scripts/build-deck.sh) or replace the text '[add the public video link here]' in the PPTX.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slide: Scam Shield, 'Pause. Check. Then act.' The live app address is at the bottom.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you. Team Scam Shield: Naman Shrimal. Live app: https://scam-shield-check.web.app ; code: https://github.com/Namans12/scam-shield 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Free for anyone in India, and built for the scams people meet here: fake payment receipts, "digital arrest" calls and UPI QR tricks.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1984248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5798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0155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1984248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2779776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29535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045683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2779776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3575304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374904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384121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3575304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5760" y="4370832"/>
            <a:ext cx="5074920" cy="548639"/>
          </a:xfrm>
          <a:prstGeom prst="roundRect">
            <a:avLst>
              <a:gd name="adj" fmla="val 13333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370832"/>
            <a:ext cx="4709159" cy="54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Careful by design: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links open in an isolated browser, never on your phone. It never says "safe": it gives guidance and you decide.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9" name="Picture 88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5623560" y="4590288"/>
            <a:ext cx="3154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The live app, as seen on a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30352"/>
          </a:xfrm>
          <a:prstGeom prst="roundRect">
            <a:avLst>
              <a:gd name="adj" fmla="val 1206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828800"/>
            <a:ext cx="4892040" cy="3090672"/>
          </a:xfrm>
          <a:prstGeom prst="roundRect">
            <a:avLst>
              <a:gd name="adj" fmla="val 207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1956816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286000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2907792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2980944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419856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493008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39319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023360"/>
            <a:ext cx="4636007" cy="768095"/>
          </a:xfrm>
          <a:prstGeom prst="roundRect">
            <a:avLst>
              <a:gd name="adj" fmla="val 7142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023360"/>
            <a:ext cx="4379975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828800"/>
            <a:ext cx="3337559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1956816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267712"/>
            <a:ext cx="2971799" cy="813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255264"/>
            <a:ext cx="3337559" cy="1664207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38328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694176"/>
            <a:ext cx="2971799" cy="11612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Made for India: fake payment receipts, "digital arrest" calls, UPI QR tricks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47088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328415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82549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82549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487168"/>
            <a:ext cx="0" cy="100583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587751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587751"/>
            <a:ext cx="0" cy="100585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078224"/>
            <a:ext cx="8412480" cy="841247"/>
          </a:xfrm>
          <a:prstGeom prst="roundRect">
            <a:avLst>
              <a:gd name="adj" fmla="val 760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3400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078224"/>
            <a:ext cx="7589519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If Gemini fails or times out, the person sees a clear retry message; no verdict is invented and nothing is stored.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19202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383280"/>
            <a:ext cx="1645920" cy="1316735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3858768"/>
            <a:ext cx="1426464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3317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45973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450591"/>
            <a:ext cx="163457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794760"/>
            <a:ext cx="2286000" cy="905255"/>
          </a:xfrm>
          <a:prstGeom prst="roundRect">
            <a:avLst>
              <a:gd name="adj" fmla="val 707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04488"/>
            <a:ext cx="2066543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148840"/>
            <a:ext cx="365760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276856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267712"/>
            <a:ext cx="3063240" cy="557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2953512"/>
            <a:ext cx="3657600" cy="804672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081528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072384"/>
            <a:ext cx="300617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F4B5B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64208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0312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15468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468880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45920"/>
            <a:ext cx="0" cy="8229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4592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20040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45643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456432"/>
            <a:ext cx="0" cy="88696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3434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758184"/>
            <a:ext cx="0" cy="228600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493007"/>
          </a:xfrm>
          <a:prstGeom prst="roundRect">
            <a:avLst>
              <a:gd name="adj" fmla="val 235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578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29968"/>
            <a:ext cx="393191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 and autoscaling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310128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43814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767328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767328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767328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767328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767328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767328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069080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069080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069080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069080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069080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069080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398264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185-case live benchmark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533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53312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Cloud Run API instance kept warm (1 vCPU, 1 GiB, Mumbai) at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Gemini 3.7 Flash at about 2,500 input and 500 to 1,500 output tokens. US$0.75 in, US$3.75 out per 1M tokens to 31 Dec 2026; double after.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602736"/>
            <a:ext cx="8412480" cy="1316735"/>
          </a:xfrm>
          <a:prstGeom prst="roundRect">
            <a:avLst>
              <a:gd name="adj" fmla="val 5555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Limits are the real control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30 checks per user per day, 60 per IP per minute, 3,000 per day overall. These cap spending.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Budget alert: Rs 2,000 a month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Alerts at 50%, 90% and 100% (Rs 1,000, Rs 1,800, Rs 2,000). An alert notifies; it does not stop spending.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2743200"/>
          </a:xfrm>
          <a:prstGeom prst="roundRect">
            <a:avLst>
              <a:gd name="adj" fmla="val 4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302" y="1280160"/>
            <a:ext cx="1314644" cy="2615184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3490" y="1280160"/>
            <a:ext cx="1314644" cy="2615184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677" y="1280160"/>
            <a:ext cx="1314644" cy="2615184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35865" y="1280160"/>
            <a:ext cx="1314644" cy="2615184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57052" y="1280160"/>
            <a:ext cx="1314644" cy="2615184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55560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76794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97982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19169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4035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Adds it to the shared scam list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4626864"/>
            <a:ext cx="8412480" cy="292608"/>
          </a:xfrm>
          <a:prstGeom prst="roundRect">
            <a:avLst>
              <a:gd name="adj" fmla="val 21874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48640" y="4626864"/>
            <a:ext cx="804671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4C9E8"/>
                </a:solidFill>
                <a:latin typeface="Avenir Next Demi Bold"/>
              </a:rPr>
              <a:t>Live benchmark, </a:t>
            </a:r>
            <a:r>
              <a:rPr sz="1050" i="0">
                <a:solidFill>
                  <a:srgbClr val="FFFFFF"/>
                </a:solidFill>
                <a:latin typeface="Avenir Next"/>
              </a:rPr>
              <a:t>185 cases over 3 runs: 98.3% accuracy, 100% scam recall, 3.3% false positives (3 of 90 genuine)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98.3%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100%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3.3%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96.7%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199339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185 synthetic cases over 3 live runs: 90 scams, 90 genuine, 5 ambiguous (not scored). Accuracy is 177 of 180 scored.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240280"/>
          <a:ext cx="5074920" cy="1280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548640"/>
                <a:gridCol w="822960"/>
                <a:gridCol w="960120"/>
                <a:gridCol w="13258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Accuracy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Scam recall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False positives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v1  original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v2  harder cases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v3  realistic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99.0%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2.0%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185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98.3%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3.3%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158" name="TextBox 157"/>
          <p:cNvSpPr txBox="1"/>
          <p:nvPr/>
        </p:nvSpPr>
        <p:spPr>
          <a:xfrm>
            <a:off x="365760" y="359359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Latency: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text p50 4.5 s, p95 18.2 s; image p50 6.9 s; voice 10.3 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Errors: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0. </a:t>
            </a:r>
            <a:r>
              <a:rPr sz="1100" i="0">
                <a:solidFill>
                  <a:srgbClr val="3F4B5B"/>
                </a:solidFill>
                <a:latin typeface="Avenir Next"/>
              </a:rPr>
              <a:t>p50 is the median, p95 the slowest 5%.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4014216"/>
            <a:ext cx="5074920" cy="530352"/>
          </a:xfrm>
          <a:prstGeom prst="roundRect">
            <a:avLst>
              <a:gd name="adj" fmla="val 1206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12064" y="4014216"/>
            <a:ext cx="4800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1764E8"/>
                </a:solidFill>
                <a:latin typeface="Avenir Next Demi Bold"/>
              </a:rPr>
              <a:t>Keyword baseline: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on v2's 34 text cases it scored 94.1%, the same as Gemini, with different mistakes; v3 84.0% accuracy and 72.0% recall (Gemini 99.0% and 100%).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4599432"/>
            <a:ext cx="5074920" cy="320039"/>
          </a:xfrm>
          <a:prstGeom prst="roundRect">
            <a:avLst>
              <a:gd name="adj" fmla="val 20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12064" y="4599432"/>
            <a:ext cx="4800600" cy="3200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First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50 cases: 100% accuracy, 100% recall, 0% false positives.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Hindi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same 50 cases: 100%, 100%, 0%.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23560" y="2240280"/>
            <a:ext cx="3154679" cy="2679191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788152" y="2350008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788152" y="2651760"/>
            <a:ext cx="2825495" cy="22219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185 cases, written by the authors: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 test, not a guarantee. 90 scams over 13 types, 90 genuine.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3 false positives: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scam-awareness forward that quotes a scam link, delivery update with a tracking link, friend asking for a short loan. All misses and false positives: eval/results/combined.md.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Why gemini-3.7-flash: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an earlier 50-case run on gemini-3.8-flash scored 98.0% accuracy with 4.2% false positives, image checks up to 34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9377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169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3268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1460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264261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600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08152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66090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66344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9145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4849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523036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974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81228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94029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3689" y="1418417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737920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5858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Share SMS and notifications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6576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49377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16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93268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1206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51460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264261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6009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308152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66090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Check recorded calls, not just voice notes.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6344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479145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4" name="Picture 183" descr="i-brain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74849" y="2625425"/>
            <a:ext cx="180685" cy="180685"/>
          </a:xfrm>
          <a:prstGeom prst="rect">
            <a:avLst/>
          </a:prstGeom>
        </p:spPr>
      </p:pic>
      <p:sp>
        <p:nvSpPr>
          <p:cNvPr id="185" name="TextBox 184"/>
          <p:cNvSpPr txBox="1"/>
          <p:nvPr/>
        </p:nvSpPr>
        <p:spPr>
          <a:xfrm>
            <a:off x="523036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Misinformation mode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0974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The same engine for "is this forward real?"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81228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958584" y="2414015"/>
            <a:ext cx="1691639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Plans, not shipped.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Search grounding is built but off by default.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365760" y="3639312"/>
            <a:ext cx="8412480" cy="1280160"/>
          </a:xfrm>
          <a:prstGeom prst="roundRect">
            <a:avLst>
              <a:gd name="adj" fmla="val 642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66928" y="3749039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6928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36976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07024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9A5B00"/>
                </a:solidFill>
                <a:highlight>
                  <a:srgbClr val="FFE9A8"/>
                </a:highlight>
                <a:latin typeface="Avenir Next Demi Bold"/>
              </a:rPr>
              <a:t>[add the public video link here]</a:t>
            </a:r>
            <a:r>
              <a:rPr sz="1150" i="0">
                <a:solidFill>
                  <a:srgbClr val="9A5B00"/>
                </a:solidFill>
                <a:latin typeface="Avenir Next Demi Bold"/>
              </a:rPr>
              <a:t>  PLACEHOLDER: owner to fill in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https://scam-shield-check.web.app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F4B5B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F4B5B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scam-shield-check.web.app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