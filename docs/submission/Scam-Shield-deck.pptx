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Team: Scam Shield. Team leader: Naman Shrimal. Track: BFSI: Intelligent Risk, Fraud &amp; Financial Experiences. Community benefit: a free, plain-language check for anyone in India, in English or Hindi, and a shared scam list so each report warns the next person. The statement 'lose crores' is backed by slide 4 (about Rs 19,813 crore reported lost to cyber fraud in 2025, I4C data; see docs/submission/sources.md).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 AI (the heart of the idea): one multimodal call to Gemini on Vertex AI reads the text, a screenshot or an audio clip together (Hinglish voice notes are transcribed and judged in the same call). The answer is schema-validated structured output, every red flag quotes evidence from the input, and the answer comes back in English or Hindi. Deterministic checks (scam-list hits, a QR that asks you to pay while the text says receive) can only RAISE a verdict. What Gemini does that rules cannot: judge scams nobody has reported yet, and read images and voice. Verdicts are Scam, Suspicious or No scam signs found; the app never says 'safe'. Screenshots are from the live production app, captured by scripts/screenshots.ts.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 (all checked 18 Oct 2026, see docs/submission/sources.md): Rs 19,813 crore and about 21.78 lakh complaints reported for 2025, I4C / National Cyber Crime Reporting Portal (https://ianslive.in/indians-lose-over-rs-52976-crore-to-cyber-frauds-over-six-years-report--20260103154943; a separate Home Ministry reply is quoted as about Rs 22,495 crore, so the figure is labelled I4C data). Truecaller Scam Checker launched in India on 28 Sep 2026: checks links, numbers and messages against community reports; screenshot upload is planned, not available (https://www.techrepublic.com/article/news-truecaller-scam-checker-apac-india/). Google scam detection: Messages on Pixel 6 and newer reached India in Sep 2026; on-device call scam detection in India is limited to Pixel 9 and newer (https://androidauthority.com/pixel-scam-detection-google-messages-global-3711361, https://techcrunch.com/2025/11/20/google-steps-up-ai-scam-protection-in-india-but-gaps-remain). Chakshu (Sanchar Saathi) is a reporting facility (https://sancharsaathi.gov.in; wording to be re-verified). No recovery percentage is quoted: no national recovery rate is published. The three card headings are the organisers' standard prompts for this slide (the original prompt text was lost from the template file).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features are live in the production app (https://project-91260b43-6705-4176-b71.web.app). The WebMCP tools check_message and report_scam are registered in web/src/webmcp/registerTools.ts; report_scam needs a person signed in with Google. Verdict names are Scam, Suspicious and No scam signs found.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Flow as implemented in api/src/app.ts. Step 6 is a single multimodal Gemini call on Vertex AI (default gemini-3.7-flash, fallback gemini-2.5-flash) that returns schema-validated structured output with quoted evidence in English or Hindi. Step 7: deterministic checks (scam-list hits, a QR that asks you to pay while the text says receive) can only RAISE the verdict. If Gemini fails or times out the person sees a clear retry message; no verdict is invented and nothing is stored. Limits: 30 checks per user per day, 60 per IP per minute, 3,000 per day overall.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real screenshots of the running app, not mock-ups: the desktop check page, the mobile check page, the complaint page and the Hindi interface. Captured with scripts/screenshots.ts against the live production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Architecture as deployed (scripts/deploy.sh, region asia-south1): Firebase Hosting serves the React PWA and forwards /api/** to the Cloud Run API. The API is stateless (1 vCPU, 1 GiB, concurrency 20, min 1 and max 5 instances) and calls Gemini on Vertex AI, Firestore and the private link scanner. The link scanner (2 vCPU, 2 GiB, min 0, max 3 instances, private, no unauthenticated access) runs under its own service account with no project roles and can be invoked only by the API's service account. Cloud Storage uploads are deleted after 7 days by a lifecycle rule (scripts/storage-lifecycle.json). Limits: 30 per user per day, 60 per IP per minute, 3,000 per day overall. Product logos are the official Google Cloud, Firebase, Gemini and Vertex AI marks (web/public/brand/third-party). Uploads go straight from the browser to Storage.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Meaningful Gen AI: a single multimodal Gemini call on Vertex AI (api/src/gemini.ts; default model gemini-3.7-flash, automatic fallback gemini-2.5-flash, location global) reads text, image or audio. Output is schema-validated (zod schemas in shared/), every red flag quotes evidence, answers come in English or Hindi. Deterministic checks can only raise the verdict. WebMCP tools: check_message and report_scam (web/src/webmcp/registerTools.ts). Scalability: the API is a stateless Cloud Run service (concurrency 20, min 1, max 5 instances); the link scanner scales to zero (max 3) under its own service account with no roles; Firestore holds the shared scam list; Firebase Hosting, Auth and Storage in front. Test count: npm test on 18 Oct 2026 passed 592 tests (14 + 256 + 94 + 223 + 5; a further 18 live-API tests are skipped by default). Also used: Cloud Build and Artifact Registry for deploys, Cloud Text-to-Speech to generate the voice example.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figure on this slide is an ESTIMATE with stated assumptions, read from Google's published pages on 18 Oct 2026; none is a quote. Gemini: Vertex AI pricing page https://cloud.google.com/vertex-ai/generative-ai/pricing lists Gemini 3.7 Flash (global) at US$0.75 per 1M input tokens and US$3.75 per 1M output tokens through 31 Dec 2026, and US$1.50 / US$7.50 from 1 Jan 2027 (input includes text, image, video and audio; output includes reasoning). Assumption (ours, not measured): about 2,500 input and 500 output tokens per text check, up to 1,500 output tokens if reasoning tokens are counted. Low = 2,500 x 0.75/1M + 500 x 3.75/1M = US$0.0038; high = 2,500 x 0.75/1M + 1,500 x 3.75/1M = US$0.0075. Image and audio checks use more input tokens. At the 3,000 checks per day cap that is about US$11 to 23 per day. Cloud Run: https://cloud.google.com/run/pricing , asia-south1 (Mumbai) is Tier 1; idle minimum-instance time is US$0.0000025 per vCPU-second and per GiB-second (request-based billing). 1 vCPU + 1 GiB x 2,592,000 s (30 days) x US$0.0000025 x 2 = US$12.96 per month before any free tier; active request time is billed on top and is small. Deployed API settings (scripts/deploy.sh): 1 vCPU, 1 GiB, min 1, max 5 instances. Free tier claims for Firebase Hosting, Auth, Firestore and Storage are expectations at this volume, not measured bills. Budget alert (Rs 1,000 per month; 50/90/100%) is recorded in DETAILS.md. Currency: USD as listed by Google; no INR conversion is claimed.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production app, captured by scripts/screenshots.ts from live checks (the example buttons run the same API as a typed message). Left to right: a fake KYC SMS with a look-alike bank link; a QR that encodes a payment request while the text says 'receive'; a genuine bank debit alert with 'No scam signs found' (not a guarantee); a Hinglish 'digital arrest' voice note judged in Hindi; the report dialog, which asks for Google sign-in before a report is added to the shared list (to stop fake reports).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English run (2026-10-17): accuracy 100.0%, scam recall 100.0%, false-positive rate 0.0%, scam type correct 96.2%, errors 0 (eval/results/latest.md). Hindi run (2026-10-17): accuracy 100.0%, recall 100.0%, false positives 0.0%, type correct 100.0% (eval/results/run-hindi.md). Both runs were made against the live app with 50 synthetic cases in eval/cases.jsonl (45 text, 4 image, 1 audio; 26 scams over 13 scam types, 24 genuine), concurrency 1. Latency is wall-clock from request to response. The model for these runs was gemini-3.7-flash: eval/results/latest.md is identical to eval/results/run-gemini-3.7-flash-17oct.md, and gemini-3.7-flash is the API default (api/src/index.ts). Earlier comparison on gemini-3.8-flash (2026-10-16): accuracy 98.0%, false-positive rate 4.2%, image p95 33.8 s; it was slower and rate-limited on this project, so the default is gemini-3.7-flash. The first benchmark run exposed a real bug (the model did not know today's date and flagged 2026 dates as future); it was fixed and re-measured. This is a small synthetic sanity check, not a guarantee of real-world accuracy.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items are plans, not shipped features. Scale story, from what is deployed today (scripts/deploy.sh): API on Cloud Run, stateless, concurrency 20, min 1 and max 5 instances; link scanner scales to zero (max 3); Firestore for the shared scam list; Firebase Hosting, Auth and Storage; per-user (30 per day), per-IP (60 per minute) and global (3,000 per day) limits; uploads auto-delete after 7 days. Raising the cap or max instances is a configuration change. Hardening ideas: Firebase App Check and a stricter per-device limit (DETAILS.md). Google Search grounding is implemented but off by default because of quota errors on this project.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GitHub (public): https://github.com/Namans12/scam-shield . Live product: https://project-91260b43-6705-4176-b71.web.app (the QR code points here). The demo video link is a deliberate placeholder, highlighted in amber; the owner must replace the text '[add the public video link here]' in the PPTX and re-run scripts/build-deck.sh before submitting.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Closing slide. The template's final 'Thank you' slide follows.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4.png"/><Relationship Id="rId9" Type="http://schemas.openxmlformats.org/officeDocument/2006/relationships/image" Target="../media/image37.png"/><Relationship Id="rId10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9.jpg"/><Relationship Id="rId11" Type="http://schemas.openxmlformats.org/officeDocument/2006/relationships/image" Target="../media/image39.jpg"/><Relationship Id="rId12" Type="http://schemas.openxmlformats.org/officeDocument/2006/relationships/image" Target="../media/image40.jpg"/><Relationship Id="rId13" Type="http://schemas.openxmlformats.org/officeDocument/2006/relationships/image" Target="../media/image41.jpg"/><Relationship Id="rId14" Type="http://schemas.openxmlformats.org/officeDocument/2006/relationships/image" Target="../media/image4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32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04" y="2816352"/>
            <a:ext cx="8851392" cy="22128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/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Scam Shield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20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Problem Statement: </a:t>
            </a:r>
            <a:br/>
            <a:r>
              <a:rPr sz="1300" i="0">
                <a:solidFill>
                  <a:srgbClr val="1764E8"/>
                </a:solidFill>
                <a:latin typeface="Avenir Next Demi Bold"/>
              </a:rPr>
              <a:t>BFSI: Intelligent Risk, Fraud &amp; Financial Experiences</a:t>
            </a:r>
            <a:br/>
            <a:r>
              <a:rPr sz="1200" i="0">
                <a:solidFill>
                  <a:srgbClr val="0B1F33"/>
                </a:solidFill>
                <a:latin typeface="Avenir Next"/>
              </a:rPr>
              <a:t>People in India lose crores to scam messages, QR codes and calls that look real. Scam Shield lets anyone check what they were sent in seconds, then act: a complaint draft, a shared scam list that warns the next person, and a WhatsApp card for the family. Community benefit: fewer people lose their savings, and every report protects the next one.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52928"/>
            <a:ext cx="2286000" cy="634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07008"/>
            <a:ext cx="50749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i="0">
                <a:solidFill>
                  <a:srgbClr val="081B32"/>
                </a:solidFill>
                <a:latin typeface="Avenir Next Demi Bold"/>
              </a:rPr>
              <a:t>Check what you were just sent before you act on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5B6778"/>
                </a:solidFill>
                <a:latin typeface="Avenir Next"/>
              </a:rPr>
              <a:t>Free for anyone in India; every report warns the next person.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2011680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12064" y="216712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235" y="2259299"/>
            <a:ext cx="199704" cy="1997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78992" y="2139696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One multimodal Gemini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screenshots, QR codes, links and Hinglish voice notes are read together by Gemini on Vertex AI.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3008376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12064" y="316382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35" y="3255995"/>
            <a:ext cx="199704" cy="19970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78992" y="3136392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 verdict you can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found. Every red flag quotes the exact words. English or Hindi.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4005072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12064" y="41605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235" y="4252691"/>
            <a:ext cx="199704" cy="1997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78992" y="4133087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From verdict to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A complaint draft for 1930 and cybercrime.gov.in, a shared scam list and a WhatsApp warning card.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623560" y="1207008"/>
            <a:ext cx="3154680" cy="3310128"/>
          </a:xfrm>
          <a:prstGeom prst="roundRect">
            <a:avLst>
              <a:gd name="adj" fmla="val 3478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phone-landing-f1f5f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325880"/>
            <a:ext cx="1553671" cy="3090672"/>
          </a:xfrm>
          <a:prstGeom prst="rect">
            <a:avLst/>
          </a:prstGeom>
        </p:spPr>
      </p:pic>
      <p:pic>
        <p:nvPicPr>
          <p:cNvPr id="87" name="Picture 8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2951" y="1325880"/>
            <a:ext cx="1553671" cy="309067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623560" y="4590288"/>
            <a:ext cx="3154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live app. Links are opened in an isolated browser, never on your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07008"/>
            <a:ext cx="8412480" cy="566928"/>
          </a:xfrm>
          <a:prstGeom prst="roundRect">
            <a:avLst>
              <a:gd name="adj" fmla="val 1129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1207008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i="0">
                <a:solidFill>
                  <a:srgbClr val="34C9E8"/>
                </a:solidFill>
                <a:latin typeface="Avenir Next Demi Bold"/>
              </a:rPr>
              <a:t>Rs 19,813 crore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54679" y="1207008"/>
            <a:ext cx="54406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reported lost to cyber fraud in 2025, across about 21.78 lakh complaints (I4C data, National Cyber Crime Reporting Portal)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5760" y="1938528"/>
            <a:ext cx="4892040" cy="2980944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2066544"/>
            <a:ext cx="4526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different is it from existing ideas?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2395728"/>
            <a:ext cx="452627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Truecaller Scam Checker (Sep 2026):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checks links, numbers and messages against community reports; screenshot upload is only planned.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8640" y="3017520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" y="3090672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scam detection: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Messages on Pixel 6 and newer, and calls on Pixel 9 and newer, in India.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8640" y="3529584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602736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Chakshu (Sanchar Saathi):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a reporting facility for suspicious calls, SMS and WhatsApp messages.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041648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93776" y="4133087"/>
            <a:ext cx="4636007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1792" y="4133087"/>
            <a:ext cx="4379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Scam Shield: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reads the content itself, so it can flag scams nobody has reported yet, from text, screenshots, QR codes, links and voice notes.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40680" y="1938528"/>
            <a:ext cx="3337559" cy="1481328"/>
          </a:xfrm>
          <a:prstGeom prst="roundRect">
            <a:avLst>
              <a:gd name="adj" fmla="val 432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2066544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will it solve the problem?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2377440"/>
            <a:ext cx="2971799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Checks before you pay, scan or click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Quotes every red flag from the message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Turns a scam into action: complaint, shared list, family warning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529584"/>
            <a:ext cx="333755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23560" y="3657600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USP of the proposed solution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968496"/>
            <a:ext cx="2971799" cy="886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Catches scams nobody has reported yet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UPI-aware: a QR that asks you to pay while the text says 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Understands Hinglish voice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206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-scan-tex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1441094"/>
            <a:ext cx="190195" cy="19019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1206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5 input types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screenshot, QR code, link and voice note.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1460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66090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-shield-chec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686" y="1441094"/>
            <a:ext cx="190195" cy="19019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6090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Clear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found, with a risk score.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6344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0974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7526" y="1441094"/>
            <a:ext cx="190195" cy="19019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0974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Evidence quoted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Each red flag points to the exact words in the message.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1228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95858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-languages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66" y="1441094"/>
            <a:ext cx="190195" cy="19019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95858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English + Hindi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Hinglish understood; answers in the language you pick.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1206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-file-text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46" y="3123590"/>
            <a:ext cx="190195" cy="19019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206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Complaint draft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Ready text for 1930 and cybercrime.gov.in.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1460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266090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-users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8686" y="3123590"/>
            <a:ext cx="190195" cy="19019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6090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Shared scam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"Reported N times", with linked numbers, UPI IDs and sites.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6344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80974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-share-2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7526" y="3123590"/>
            <a:ext cx="190195" cy="19019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80974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Warning card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tap shares a warning with the family WhatsApp group.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81228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95858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-bot-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366" y="3123590"/>
            <a:ext cx="190195" cy="19019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95858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Agent tools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WebMCP tools let AI agents check and report.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5760" y="4553712"/>
            <a:ext cx="8412480" cy="365760"/>
          </a:xfrm>
          <a:prstGeom prst="roundRect">
            <a:avLst>
              <a:gd name="adj" fmla="val 1749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8640" y="4553712"/>
            <a:ext cx="8046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Also: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trends, history, one-tap examples, an installable app and the Android share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Input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screenshot, QR, link or voice note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359151" y="1856232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51460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5176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5176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5176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Guardrails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Anonymous sign-in; per-user, per-IP and daily limits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07992" y="1856232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66344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0060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0060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Extract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Pulls out phones, UPI IDs, links; blanks OTPs and cards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656832" y="1856232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81228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94944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4944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4944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Scam-list lookup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Firestore: "Reported N times" and linked IDs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0292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Isolated link 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private Cloud Run service opens it: URL, text, screenshot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359151" y="3429000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251460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265176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6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67328" y="2916936"/>
            <a:ext cx="576072" cy="237744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767328" y="2916936"/>
            <a:ext cx="57607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081B32"/>
                </a:solidFill>
                <a:latin typeface="Avenir Next Demi Bold"/>
              </a:rPr>
              <a:t>Gen 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FFFFFF"/>
                </a:solidFill>
                <a:latin typeface="Avenir Next Demi Bold"/>
              </a:rPr>
              <a:t>Gemini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One call reads text, image or audio; evidence quoted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507992" y="3429000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466344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80060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Hard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Scam-list hits and QR pay-vs-receive only raise the verdict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656832" y="3429000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681228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94944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4944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Result and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Verdict, complaint draft, shared list, warning card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795260" y="2505456"/>
            <a:ext cx="0" cy="13716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348740" y="2642616"/>
            <a:ext cx="644652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348740" y="2642616"/>
            <a:ext cx="0" cy="13716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365760" y="4206240"/>
            <a:ext cx="8412480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i-brain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407408"/>
            <a:ext cx="310896" cy="31089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4206240"/>
            <a:ext cx="758951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Why Gen AI: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rules cannot read a screenshot or a Hinglish voice note, or judge a scam nobody has reported. Gemini does. The hard checks can only raise its verdict, never lower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desk-check-fffff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43" y="1524879"/>
            <a:ext cx="3611880" cy="2436640"/>
          </a:xfrm>
          <a:prstGeom prst="rect">
            <a:avLst/>
          </a:prstGeom>
        </p:spPr>
      </p:pic>
      <p:pic>
        <p:nvPicPr>
          <p:cNvPr id="105" name="Picture 104" descr="phone-check-fffff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2203" y="1188720"/>
            <a:ext cx="1562864" cy="3108960"/>
          </a:xfrm>
          <a:prstGeom prst="rect">
            <a:avLst/>
          </a:prstGeom>
        </p:spPr>
      </p:pic>
      <p:pic>
        <p:nvPicPr>
          <p:cNvPr id="106" name="Picture 105" descr="phone-complaint-ffffff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7947" y="1188720"/>
            <a:ext cx="1562864" cy="3108960"/>
          </a:xfrm>
          <a:prstGeom prst="rect">
            <a:avLst/>
          </a:prstGeom>
        </p:spPr>
      </p:pic>
      <p:pic>
        <p:nvPicPr>
          <p:cNvPr id="107" name="Picture 106" descr="phone-hindi-fffff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3692" y="1188720"/>
            <a:ext cx="1562864" cy="310896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38883" y="437083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Web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same flow on desktop, with a sidebar.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33643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1  Paste or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Text, photo, QR or voice note.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79387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2  Act on a 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 complaint draft ready to file.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25132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3 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whole app switches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234440"/>
            <a:ext cx="1645920" cy="23774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-smartphon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353312"/>
            <a:ext cx="274320" cy="2743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493776" y="1709928"/>
            <a:ext cx="1426464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Browser or installed app (PWA), English and Hindi, Android share menu. Uploads go straight to Storage.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3886200"/>
            <a:ext cx="1645920" cy="1033271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4005072"/>
            <a:ext cx="218084" cy="27432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93776" y="4361688"/>
            <a:ext cx="1426464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Auth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Anonymous and Google sign-in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77440" y="1234440"/>
            <a:ext cx="22860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5456" y="1362456"/>
            <a:ext cx="218084" cy="2743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851556" y="1353312"/>
            <a:ext cx="1720443" cy="75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Web app; /api/** goes to the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246888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2596896"/>
            <a:ext cx="303955" cy="27432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937427" y="2587752"/>
            <a:ext cx="1634572" cy="11247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Cloud Run: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C9D6EA"/>
                </a:solidFill>
                <a:latin typeface="Avenir Next"/>
              </a:rPr>
              <a:t>Stateless; 1 to 5 instances, one always warm. Limits, extraction, hard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77440" y="3886200"/>
            <a:ext cx="2286000" cy="1033271"/>
          </a:xfrm>
          <a:prstGeom prst="roundRect">
            <a:avLst>
              <a:gd name="adj" fmla="val 619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05456" y="3995928"/>
            <a:ext cx="2066543" cy="886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Cost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30 checks per user per day, 60 per IP per minute, 3,000 per day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120640" y="1234440"/>
            <a:ext cx="36576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g-gemin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8655" y="1362456"/>
            <a:ext cx="274320" cy="274320"/>
          </a:xfrm>
          <a:prstGeom prst="rect">
            <a:avLst/>
          </a:prstGeom>
        </p:spPr>
      </p:pic>
      <p:pic>
        <p:nvPicPr>
          <p:cNvPr id="128" name="Picture 127" descr="g-vertex-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1362456"/>
            <a:ext cx="274320" cy="27432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5980176" y="1353312"/>
            <a:ext cx="2706623" cy="75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Gemini on Vertex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One multimodal call: text, image or audio in, structured verdict out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120640" y="2258568"/>
            <a:ext cx="36576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g-firest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8655" y="2386584"/>
            <a:ext cx="246888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5623559" y="2377440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Shared scam list, checks, reports, trend counters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20640" y="3145536"/>
            <a:ext cx="3657600" cy="841248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5" y="3273552"/>
            <a:ext cx="303955" cy="27432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5680626" y="3264408"/>
            <a:ext cx="300617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Run: link scanner (private)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Isolated Chromium; scales to zero; zero-permission service account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120640" y="4224528"/>
            <a:ext cx="1783080" cy="694944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248655" y="4334256"/>
            <a:ext cx="156362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Cloud Storage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5B6778"/>
                </a:solidFill>
                <a:latin typeface="Avenir Next"/>
              </a:rPr>
              <a:t>Uploads, deleted after 7 days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95159" y="4224528"/>
            <a:ext cx="1783080" cy="694944"/>
          </a:xfrm>
          <a:prstGeom prst="roundRect">
            <a:avLst>
              <a:gd name="adj" fmla="val 9210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23175" y="4334256"/>
            <a:ext cx="156362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B42318"/>
                </a:solidFill>
                <a:latin typeface="Avenir Next Demi Bold"/>
              </a:rPr>
              <a:t>Suspicious 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"/>
              </a:rPr>
              <a:t>Opened only in the scanner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2011680" y="1691640"/>
            <a:ext cx="36576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520440" y="2148840"/>
            <a:ext cx="0" cy="32004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188720" y="3611880"/>
            <a:ext cx="0" cy="27432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663440" y="2596896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892040" y="1691640"/>
            <a:ext cx="0" cy="905256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892040" y="169164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63440" y="269748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63440" y="347472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63440" y="3639312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92040" y="3639312"/>
            <a:ext cx="0" cy="932688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92040" y="457200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63840" y="3986784"/>
            <a:ext cx="0" cy="237744"/>
          </a:xfrm>
          <a:prstGeom prst="line">
            <a:avLst/>
          </a:prstGeom>
          <a:ln w="22225">
            <a:solidFill>
              <a:srgbClr val="B4231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07008"/>
            <a:ext cx="3931920" cy="3712463"/>
          </a:xfrm>
          <a:prstGeom prst="roundRect">
            <a:avLst>
              <a:gd name="adj" fmla="val 2216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48640" y="1389888"/>
            <a:ext cx="1024128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pic>
        <p:nvPicPr>
          <p:cNvPr id="123" name="Picture 122" descr="g-vertex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1463040"/>
            <a:ext cx="274320" cy="27432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91640" y="1389888"/>
            <a:ext cx="24688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i="0">
                <a:solidFill>
                  <a:srgbClr val="FFFFFF"/>
                </a:solidFill>
                <a:latin typeface="Avenir Next Demi Bold"/>
              </a:rPr>
              <a:t>Gen AI that does real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2011680"/>
            <a:ext cx="3529584" cy="2798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Gemini 3.7 Flash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on Vertex AI, with Gemini 2.5 Flash as automatic fallback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One multimodal call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reads text, screenshots and audio (Hinglish voice)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Schema-validated output;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every red flag quotes evidence; English or Hindi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Hard checks only raise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the verdict: scam list, QR pay-vs-receive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Does what rules cannot: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unreported scams, images, voice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WebMCP agent tools: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check_message and report_scam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80560" y="1207008"/>
            <a:ext cx="4297679" cy="2212848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663440" y="133502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Google Cloud and Firebase, built to scale</a:t>
            </a:r>
          </a:p>
        </p:txBody>
      </p:sp>
      <p:pic>
        <p:nvPicPr>
          <p:cNvPr id="128" name="Picture 127" descr="g-google-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664208"/>
            <a:ext cx="340770" cy="274320"/>
          </a:xfrm>
          <a:prstGeom prst="rect">
            <a:avLst/>
          </a:prstGeom>
        </p:spPr>
      </p:pic>
      <p:pic>
        <p:nvPicPr>
          <p:cNvPr id="129" name="Picture 128" descr="g-cloud-r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090" y="1664208"/>
            <a:ext cx="303955" cy="274320"/>
          </a:xfrm>
          <a:prstGeom prst="rect">
            <a:avLst/>
          </a:prstGeom>
        </p:spPr>
      </p:pic>
      <p:pic>
        <p:nvPicPr>
          <p:cNvPr id="130" name="Picture 129" descr="g-firest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3925" y="1664208"/>
            <a:ext cx="246888" cy="274320"/>
          </a:xfrm>
          <a:prstGeom prst="rect">
            <a:avLst/>
          </a:prstGeom>
        </p:spPr>
      </p:pic>
      <p:pic>
        <p:nvPicPr>
          <p:cNvPr id="131" name="Picture 130" descr="g-fire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3693" y="1664208"/>
            <a:ext cx="218084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663440" y="2075688"/>
            <a:ext cx="3931919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 API: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stateless, autoscaling, one warm instance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Link scanner: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scales to zero, own zero-permission service account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shared scam list; </a:t>
            </a:r>
            <a:r>
              <a:rPr sz="1200" i="0">
                <a:solidFill>
                  <a:srgbClr val="081B32"/>
                </a:solidFill>
                <a:latin typeface="Avenir Next Demi Bold"/>
              </a:rPr>
              <a:t>Firebase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Hosting, Auth, Storage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80560" y="3529584"/>
            <a:ext cx="429767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63440" y="3657600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Application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63440" y="3986784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63440" y="3986784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React 18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441012" y="3986784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41012" y="3986784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Vite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53242" y="3986784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53242" y="3986784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Tailwind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30815" y="3986784"/>
            <a:ext cx="912571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730815" y="3986784"/>
            <a:ext cx="91257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Workbox PWA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707394" y="3986784"/>
            <a:ext cx="647228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07394" y="3986784"/>
            <a:ext cx="6472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Node 22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63440" y="4288536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663440" y="4288536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TypeScript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73683" y="4288536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573683" y="4288536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Hono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5913" y="4288536"/>
            <a:ext cx="38188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5913" y="4288536"/>
            <a:ext cx="38188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zod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31808" y="4288536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31808" y="4288536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Playwright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052" y="4288536"/>
            <a:ext cx="97890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2052" y="4288536"/>
            <a:ext cx="97890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sharp + jsQR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4617720"/>
            <a:ext cx="39319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590+ automated tests</a:t>
            </a:r>
            <a:r>
              <a:rPr sz="1200" i="0">
                <a:solidFill>
                  <a:srgbClr val="0B1F33"/>
                </a:solidFill>
                <a:latin typeface="Avenir Next"/>
              </a:rPr>
              <a:t>, plus a 50-case live benchmark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8640" y="137160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1371600"/>
            <a:ext cx="914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FIXED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about US$13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per month (estimate)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48640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548640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One Cloud Run API instance kept warm: 1 vCPU, 1 GiB, Mumbai. Idle rate US$0.0000025 per vCPU-second and per GiB-second, before any free tier.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7832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410712" y="137160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10712" y="1371600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PER CHECK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10712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US$0.004–0.008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10712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per text check (estimate)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10712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10712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Gemini 3.7 Flash, assuming about 2,500 input and 500 to 1,500 output tokens. US$0.75 in, US$3.75 out per 1M tokens until 31 Dec 2026; double from 1 Jan 2027.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89904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272784" y="137160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72784" y="1371600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72784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72784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expected at this volume (estimate)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72784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6272784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Firebase Hosting, Auth, Firestore and Storage are expected to stay inside free tiers. The link scanner bills only while it scans and scales to zero.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895344"/>
            <a:ext cx="8412480" cy="1024128"/>
          </a:xfrm>
          <a:prstGeom prst="roundRect">
            <a:avLst>
              <a:gd name="adj" fmla="val 7142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Limits bound the bill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30 checks per user per day, 60 per IP per minute, 3,000 per day overall.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3088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Ceiling at the daily cap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3,000 checks at the per-check estimate is about US$11 to 23 per day for Gemini.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312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Budget alert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Rs 1,000 per month, with alerts at 50%, 90% and 100% of the budget.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207008"/>
            <a:ext cx="8412480" cy="3090672"/>
          </a:xfrm>
          <a:prstGeom prst="roundRect">
            <a:avLst>
              <a:gd name="adj" fmla="val 355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02" y="1280160"/>
            <a:ext cx="1480124" cy="2944368"/>
          </a:xfrm>
          <a:prstGeom prst="rect">
            <a:avLst/>
          </a:prstGeom>
        </p:spPr>
      </p:pic>
      <p:pic>
        <p:nvPicPr>
          <p:cNvPr id="138" name="Picture 137" descr="phone-qr-f1f5f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83170" y="1280160"/>
            <a:ext cx="1480124" cy="2944368"/>
          </a:xfrm>
          <a:prstGeom prst="rect">
            <a:avLst/>
          </a:prstGeom>
        </p:spPr>
      </p:pic>
      <p:pic>
        <p:nvPicPr>
          <p:cNvPr id="139" name="Picture 138" descr="phone-nosigns-f1f5f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31937" y="1280160"/>
            <a:ext cx="1480124" cy="2944368"/>
          </a:xfrm>
          <a:prstGeom prst="rect">
            <a:avLst/>
          </a:prstGeom>
        </p:spPr>
      </p:pic>
      <p:pic>
        <p:nvPicPr>
          <p:cNvPr id="140" name="Picture 139" descr="phone-hivoice-f1f5f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0705" y="1280160"/>
            <a:ext cx="1480124" cy="2944368"/>
          </a:xfrm>
          <a:prstGeom prst="rect">
            <a:avLst/>
          </a:prstGeom>
        </p:spPr>
      </p:pic>
      <p:pic>
        <p:nvPicPr>
          <p:cNvPr id="141" name="Picture 140" descr="phone-report-f1f5fb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29472" y="1280160"/>
            <a:ext cx="1480124" cy="2944368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486657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Fake KYC SMS, evidence quoted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35424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QR asks you to pay, text says receive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84192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475467"/>
                </a:solidFill>
                <a:latin typeface="Avenir Next Demi Bold"/>
              </a:rPr>
              <a:t>No scam signs found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 genuine bank alert; not a guarantee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32959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Scam, in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Hinglish voice note, fake police call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81727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Adds it to the shared scam list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51460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1460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6344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6344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0.0%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6344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1228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1228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96.2%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1228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Scam type correct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17627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5B6778"/>
                </a:solidFill>
                <a:latin typeface="Avenir Next"/>
              </a:rPr>
              <a:t>English run, 2026-10-17, 50 synthetic test cases, live app</a:t>
            </a:r>
          </a:p>
        </p:txBody>
      </p:sp>
      <p:graphicFrame>
        <p:nvGraphicFramePr>
          <p:cNvPr id="157" name="Table 156"/>
          <p:cNvGraphicFramePr>
            <a:graphicFrameLocks noGrp="1"/>
          </p:cNvGraphicFramePr>
          <p:nvPr/>
        </p:nvGraphicFramePr>
        <p:xfrm>
          <a:off x="365760" y="2505456"/>
          <a:ext cx="507492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548640"/>
                <a:gridCol w="948690"/>
                <a:gridCol w="948690"/>
                <a:gridCol w="948690"/>
                <a:gridCol w="9486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Input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Cases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English p50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English p95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Hindi p50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Hindi p95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Text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45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4.5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12.9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5.0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Image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8.9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9.5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8.0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9.7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Audio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14.2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14.2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11.6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11.6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</a:tr>
            </a:tbl>
          </a:graphicData>
        </a:graphic>
      </p:graphicFrame>
      <p:sp>
        <p:nvSpPr>
          <p:cNvPr id="158" name="Rounded Rectangle 157"/>
          <p:cNvSpPr/>
          <p:nvPr/>
        </p:nvSpPr>
        <p:spPr>
          <a:xfrm>
            <a:off x="365760" y="3931920"/>
            <a:ext cx="507492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12064" y="3931920"/>
            <a:ext cx="4800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Hindi run: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accuracy 100.0%, scam recall 100.0%, false positives 0.0%, scam type correct 100.0%; answers returned in Hindi.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65760" y="4608576"/>
            <a:ext cx="5074920" cy="31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5B6778"/>
                </a:solidFill>
                <a:latin typeface="Avenir Next"/>
              </a:rPr>
              <a:t>p50 is the median time, p95 the slowest 5%, in seconds from request to answer on the live app. The image and voice samples are very small (4 and 1 cases).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623560" y="2505456"/>
            <a:ext cx="3154679" cy="2414015"/>
          </a:xfrm>
          <a:prstGeom prst="roundRect">
            <a:avLst>
              <a:gd name="adj" fmla="val 265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788152" y="2633472"/>
            <a:ext cx="28254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Read this honestly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788152" y="2962656"/>
            <a:ext cx="2825495" cy="1911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50 synthetic test cases, a small test, not a guarantee.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26 scams across 13 types and 24 genuine messages.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Model: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gemini-3.7-flash, with gemini-2.5-flash as fallback.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B1F33"/>
                </a:solidFill>
                <a:latin typeface="Avenir Next"/>
              </a:rPr>
              <a:t>Errors: 0. False positives: none.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The first run found a real bug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(the model did not know today's date); it was fixed and re-measured.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12064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-languag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457" y="1418417"/>
            <a:ext cx="180685" cy="180685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69264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More Indian languages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064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Tamil, Telugu, Marathi, Bengali and more.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27832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337413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-landmar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7529" y="1418417"/>
            <a:ext cx="180685" cy="18068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831336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Bank &amp; telecom partners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74136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Verified reports feed the shared scam list.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89904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6236208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i-glob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9601" y="1418417"/>
            <a:ext cx="180685" cy="180685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6693408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URL reputation feeds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236208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Add Google Web Risk next to the isolated scan.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65760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512064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i-smartphone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457" y="2625425"/>
            <a:ext cx="180685" cy="180685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969264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Android 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12064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Share SMS and notifications straight to a check.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227832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337413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search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7529" y="2625425"/>
            <a:ext cx="180685" cy="180685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831336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Google Search grounding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374136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Switch on for link checks once quota allows.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6089904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236208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-phone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9601" y="2625425"/>
            <a:ext cx="180685" cy="180685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6693408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Call-recording upload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236208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Extend today's voice-note check to recorded calls.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65760" y="3657600"/>
            <a:ext cx="8412480" cy="1261872"/>
          </a:xfrm>
          <a:prstGeom prst="roundRect">
            <a:avLst>
              <a:gd name="adj" fmla="val 6521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66928" y="3767328"/>
            <a:ext cx="8010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4C9E8"/>
                </a:solidFill>
                <a:latin typeface="Avenir Next Demi Bold"/>
              </a:rPr>
              <a:t>How it scales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6928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Stateless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Cloud Run adds instances (1 to 5 today) as traffic grows; the daily cap is a setting, not a rebuild.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36976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Managed 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Firestore, Hosting, Auth and Storage need no servers to run; uploads auto-delete after 7 days.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907024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Cost stays bounded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Per-user, per-IP and global limits rise only as budget allows; App Check adds abuse protection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176" y="667512"/>
            <a:ext cx="5257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400" i="0">
                <a:solidFill>
                  <a:srgbClr val="9A5B00"/>
                </a:solidFill>
                <a:highlight>
                  <a:srgbClr val="FFE9A8"/>
                </a:highlight>
                <a:latin typeface="Avenir Next Demi Bold"/>
              </a:rPr>
              <a:t>[add the public video link here]</a:t>
            </a:r>
            <a:r>
              <a:rPr sz="1100" i="1">
                <a:solidFill>
                  <a:srgbClr val="9A5B00"/>
                </a:solidFill>
                <a:latin typeface="Avenir Next"/>
              </a:rPr>
              <a:t>  (owner to fill in)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https://project-91260b43-6705-4176-b71.web.app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897880" y="914400"/>
            <a:ext cx="2880360" cy="31546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15568"/>
            <a:ext cx="1965960" cy="196596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035040" y="3200400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Scan to try the 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Paste a suspicious message and see the verdict.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4224528"/>
            <a:ext cx="8412480" cy="694943"/>
          </a:xfrm>
          <a:prstGeom prst="roundRect">
            <a:avLst>
              <a:gd name="adj" fmla="val 10526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logo-lockup-horizon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4256"/>
            <a:ext cx="1647567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3108960" y="4224528"/>
            <a:ext cx="5486399" cy="694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15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Picture 16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71600"/>
            <a:ext cx="3474720" cy="96423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28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80160" y="301752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5B6778"/>
                </a:solidFill>
                <a:latin typeface="Avenir Next"/>
              </a:rPr>
              <a:t>Check what you were just sent before you act on it. Free, in English and Hindi.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7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3931920"/>
            <a:ext cx="274320" cy="27432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23443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Gemini reads any input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3755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39" y="3931920"/>
            <a:ext cx="274320" cy="274320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93191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Evidence for every flag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35040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7" name="Picture 176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31920"/>
            <a:ext cx="274320" cy="274320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6629400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scam becomes action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project-91260b43-6705-4176-b71.web.app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Scam Shield - AI Builder Cup pitch deck</dc:title>
  <cp:lastModifiedBy>Scam Shield</cp:lastModifiedBy>
  <cp:revision>1</cp:revision>
  <dcterms:modified xsi:type="dcterms:W3CDTF">2026-10-18T00:00:00Z</dcterms:modified>
  <dc:creator>Scam Shield</dc:creator>
  <dcterms:created xsi:type="dcterms:W3CDTF">2026-10-18T00:00:00Z</dcterms:created>
</cp:coreProperties>
</file>